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cc750e123b4c41" /><Relationship Type="http://schemas.openxmlformats.org/officeDocument/2006/relationships/extended-properties" Target="/docProps/app.xml" Id="R826a39475a354456" /><Relationship Type="http://schemas.openxmlformats.org/officeDocument/2006/relationships/officeDocument" Target="/ppt/presentation.xml" Id="R45b4eabaec3b41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dfa23ba9048d0"/>
  </p:sldMasterIdLst>
  <p:notesMasterIdLst>
    <p:notesMasterId xmlns:r="http://schemas.openxmlformats.org/officeDocument/2006/relationships" r:id="R982fcd6e5b0d41bf"/>
  </p:notesMasterIdLst>
  <p:sldIdLst>
    <p:sldId xmlns:r="http://schemas.openxmlformats.org/officeDocument/2006/relationships" id="256" r:id="R26d16c16b37a44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9c52a5603f41d3" /><Relationship Type="http://schemas.openxmlformats.org/officeDocument/2006/relationships/slideMaster" Target="/ppt/slideMasters/slideMaster1.xml" Id="Rad2dfa23ba9048d0" /><Relationship Type="http://schemas.openxmlformats.org/officeDocument/2006/relationships/notesMaster" Target="/ppt/notesMasters/notesMaster1.xml" Id="R982fcd6e5b0d41bf" /><Relationship Type="http://schemas.openxmlformats.org/officeDocument/2006/relationships/presProps" Target="/ppt/presProps.xml" Id="Rc2fe13e4d8b44504" /><Relationship Type="http://schemas.openxmlformats.org/officeDocument/2006/relationships/tableStyles" Target="/ppt/tableStyles.xml" Id="R8e6b2415ecaa4cec" /><Relationship Type="http://schemas.openxmlformats.org/officeDocument/2006/relationships/slide" Target="/ppt/slides/slide1.xml" Id="R26d16c16b37a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564863561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2c215150a4beb" /><Relationship Type="http://schemas.openxmlformats.org/officeDocument/2006/relationships/notesMaster" Target="/ppt/notesMasters/notesMaster1.xml" Id="R6351a1c7930a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1400d59d641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645c151af48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76830db5f4c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c536dca1f45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915c4d0f644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eff5efc30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96F715-B2EF-4B1F-BBB4-FE340D164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03460C-6622-4846-A772-9BEC80EFA9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7E966D-8B88-45E5-8888-42037F55D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9FD871-B9D2-4760-B8E7-A831C8164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87D9A6-36F2-40D9-A566-4B7AB4589F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8D3561-8D6D-4B4E-B40E-578175568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9ACBF1-B082-4753-B201-1DB624FD92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4477C4-ED70-414F-8B84-AC3F23171F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B54CE-0F01-4541-A761-0EE8524AD5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40411-25F5-492B-AEF3-0FA482E97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286998191472f" /><Relationship Type="http://schemas.openxmlformats.org/officeDocument/2006/relationships/slideLayout" Target="/ppt/slideLayouts/slideLayout1.xml" Id="R6f87d57064854eec" /><Relationship Type="http://schemas.openxmlformats.org/officeDocument/2006/relationships/slideLayout" Target="/ppt/slideLayouts/slideLayout2.xml" Id="R23353497201b4ef1" /><Relationship Type="http://schemas.openxmlformats.org/officeDocument/2006/relationships/slideLayout" Target="/ppt/slideLayouts/slideLayout3.xml" Id="Ra9f0fb26128e4406" /><Relationship Type="http://schemas.openxmlformats.org/officeDocument/2006/relationships/slideLayout" Target="/ppt/slideLayouts/slideLayout4.xml" Id="R9e38d0c0262f48a8" /><Relationship Type="http://schemas.openxmlformats.org/officeDocument/2006/relationships/slideLayout" Target="/ppt/slideLayouts/slideLayout5.xml" Id="Rf964a672c53a493e" /><Relationship Type="http://schemas.openxmlformats.org/officeDocument/2006/relationships/slideLayout" Target="/ppt/slideLayouts/slideLayout6.xml" Id="R49e2e0926094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87d57064854eec"/>
    <p:sldLayoutId xmlns:r="http://schemas.openxmlformats.org/officeDocument/2006/relationships" id="2147483650" r:id="R23353497201b4ef1"/>
    <p:sldLayoutId xmlns:r="http://schemas.openxmlformats.org/officeDocument/2006/relationships" id="2147483651" r:id="Ra9f0fb26128e4406"/>
    <p:sldLayoutId xmlns:r="http://schemas.openxmlformats.org/officeDocument/2006/relationships" id="2147483652" r:id="R9e38d0c0262f48a8"/>
    <p:sldLayoutId xmlns:r="http://schemas.openxmlformats.org/officeDocument/2006/relationships" id="2147483653" r:id="Rf964a672c53a493e"/>
    <p:sldLayoutId xmlns:r="http://schemas.openxmlformats.org/officeDocument/2006/relationships" id="2147483654" r:id="R49e2e0926094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f8f250ead455c" /><Relationship Type="http://schemas.openxmlformats.org/officeDocument/2006/relationships/notesSlide" Target="/ppt/notesSlides/notesSlide1.xml" Id="R4d8a7e1b0f68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F5C76-02F1-470B-8E1C-DBA4000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>
                <a:solidFill>
                  <a:srgbClr val="121212"/>
                </a:solidFill>
              </a:defRPr>
            </a:defPPr>
          </a:lstStyle>
          <a:p xmlns:a="http://schemas.openxmlformats.org/drawingml/2006/main">
            <a:pPr>
              <a:defRPr sz="4050">
                <a:solidFill>
                  <a:srgbClr val="121212"/>
                </a:solidFill>
              </a:defRPr>
            </a:pPr>
            <a:r>
              <a:rPr sz="4050">
                <a:solidFill>
                  <a:srgbClr val="121212"/>
                </a:solidFill>
              </a:rPr>
              <a:t>Capability delivery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3D974-AFAF-4421-819F-D04755BB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rgbClr val="333333"/>
                </a:solidFill>
              </a:defRPr>
            </a:pPr>
            <a:r>
              <a:rPr sz="2250">
                <a:solidFill>
                  <a:srgbClr val="333333"/>
                </a:solidFill>
              </a:rPr>
              <a:t>One synthetic slide. File identity: TOFA-PILOT-05.</a:t>
            </a:r>
          </a:p>
        </p:txBody>
      </p:sp>
    </p:spTree>
    <p:extLst>
      <p:ext uri="{BB962C8B-B14F-4D97-AF65-F5344CB8AC3E}">
        <p14:creationId xmlns:p14="http://schemas.microsoft.com/office/powerpoint/2010/main" val="501627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2026-10-09T13:55:50.1420000Z</dcterms:created>
  <dcterms:modified xsi:type="dcterms:W3CDTF">2026-10-09T13:55:50.1420000Z</dcterms:modified>
</coreProperties>
</file>